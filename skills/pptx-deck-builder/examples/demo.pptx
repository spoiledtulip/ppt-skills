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914400"/>
            <a:ext cx="2552700" cy="323850"/>
          </a:xfrm>
          <a:prstGeom prst="roundRect">
            <a:avLst>
              <a:gd name="adj" fmla="val 50000"/>
            </a:avLst>
          </a:prstGeom>
          <a:solidFill>
            <a:srgbClr val="F4A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990600"/>
            <a:ext cx="228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1" spc="120">
                <a:solidFill>
                  <a:srgbClr val="2A2320"/>
                </a:solidFill>
                <a:latin typeface="微软雅黑"/>
                <a:ea typeface="微软雅黑"/>
              </a:rPr>
              <a:t>DEMO · 自检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247900"/>
            <a:ext cx="5905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150" b="1" spc="225">
                <a:solidFill>
                  <a:srgbClr val="2A2320"/>
                </a:solidFill>
                <a:latin typeface="微软雅黑"/>
                <a:ea typeface="微软雅黑"/>
              </a:rPr>
              <a:t>示例品牌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7700" y="3486150"/>
            <a:ext cx="647700" cy="47625"/>
          </a:xfrm>
          <a:prstGeom prst="roundRect">
            <a:avLst>
              <a:gd name="adj" fmla="val 50000"/>
            </a:avLst>
          </a:prstGeom>
          <a:solidFill>
            <a:srgbClr val="64C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3771900"/>
            <a:ext cx="571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2000"/>
              </a:lnSpc>
            </a:pPr>
            <a:r>
              <a:rPr sz="1425" b="0">
                <a:solidFill>
                  <a:srgbClr val="6B5F58"/>
                </a:solidFill>
                <a:latin typeface="微软雅黑"/>
                <a:ea typeface="微软雅黑"/>
              </a:rPr>
              <a:t>这是封面副标题</a:t>
            </a:r>
          </a:p>
          <a:p>
            <a:pPr algn="l">
              <a:lnSpc>
                <a:spcPct val="162000"/>
              </a:lnSpc>
            </a:pPr>
            <a:r>
              <a:rPr sz="1425" b="0">
                <a:solidFill>
                  <a:srgbClr val="6B5F58"/>
                </a:solidFill>
                <a:latin typeface="微软雅黑"/>
                <a:ea typeface="微软雅黑"/>
              </a:rPr>
              <a:t>第二行说明文字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257800"/>
            <a:ext cx="190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50" b="1">
                <a:solidFill>
                  <a:srgbClr val="E94752"/>
                </a:solidFill>
                <a:latin typeface="Arial Black"/>
                <a:ea typeface="Arial Black"/>
              </a:rPr>
              <a:t>630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7340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37" b="0">
                <a:solidFill>
                  <a:srgbClr val="A89C93"/>
                </a:solidFill>
                <a:latin typeface="微软雅黑"/>
                <a:ea typeface="微软雅黑"/>
              </a:rPr>
              <a:t>全球门店（家）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4100" y="5257800"/>
            <a:ext cx="1905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850" b="1">
                <a:solidFill>
                  <a:srgbClr val="E94752"/>
                </a:solidFill>
                <a:latin typeface="Arial Black"/>
                <a:ea typeface="Arial Black"/>
              </a:rPr>
              <a:t>43.8%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573405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37" b="0">
                <a:solidFill>
                  <a:srgbClr val="A89C93"/>
                </a:solidFill>
                <a:latin typeface="微软雅黑"/>
                <a:ea typeface="微软雅黑"/>
              </a:rPr>
              <a:t>海外营收占比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324600"/>
            <a:ext cx="6667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>
                <a:solidFill>
                  <a:srgbClr val="A89C93"/>
                </a:solidFill>
                <a:latin typeface="微软雅黑"/>
                <a:ea typeface="微软雅黑"/>
              </a:rPr>
              <a:t>本文件由 deck_builder.py 自动生成，用于验证渲染链路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44150" y="914400"/>
            <a:ext cx="1238250" cy="304800"/>
          </a:xfrm>
          <a:prstGeom prst="roundRect">
            <a:avLst>
              <a:gd name="adj" fmla="val 18750"/>
            </a:avLst>
          </a:prstGeom>
          <a:solidFill>
            <a:srgbClr val="F7F3EE"/>
          </a:solidFill>
          <a:ln w="12700">
            <a:solidFill>
              <a:srgbClr val="E94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44150" y="990600"/>
            <a:ext cx="12382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975" b="1">
                <a:solidFill>
                  <a:srgbClr val="E94752"/>
                </a:solidFill>
                <a:latin typeface="微软雅黑"/>
                <a:ea typeface="微软雅黑"/>
              </a:rPr>
              <a:t>2025 年度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23950" y="914400"/>
            <a:ext cx="2857500" cy="2476500"/>
          </a:xfrm>
          <a:prstGeom prst="roundRect">
            <a:avLst>
              <a:gd name="adj" fmla="val 15384"/>
            </a:avLst>
          </a:prstGeom>
          <a:solidFill>
            <a:srgbClr val="F4A8C4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43250" y="2552700"/>
            <a:ext cx="1809750" cy="1809750"/>
          </a:xfrm>
          <a:prstGeom prst="roundRect">
            <a:avLst>
              <a:gd name="adj" fmla="val 50000"/>
            </a:avLst>
          </a:prstGeom>
          <a:solidFill>
            <a:srgbClr val="64C9D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1000" y="1428750"/>
            <a:ext cx="4572000" cy="304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500" ln="50800">
                <a:ln w="25400">
                  <a:solidFill>
                    <a:srgbClr val="E94752"/>
                  </a:solidFill>
                </a:ln>
                <a:solidFill>
                  <a:srgbClr val="F7F3EE"/>
                </a:solidFill>
                <a:latin typeface="Arial Black"/>
                <a:ea typeface="Arial Black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0" y="2209800"/>
            <a:ext cx="419100" cy="28575"/>
          </a:xfrm>
          <a:prstGeom prst="roundRect">
            <a:avLst>
              <a:gd name="adj" fmla="val 50000"/>
            </a:avLst>
          </a:prstGeom>
          <a:solidFill>
            <a:srgbClr val="64C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1336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25" b="1" spc="262">
                <a:solidFill>
                  <a:srgbClr val="6B5F58"/>
                </a:solidFill>
                <a:latin typeface="微软雅黑"/>
                <a:ea typeface="微软雅黑"/>
              </a:rPr>
              <a:t>CHAPTER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2457450"/>
            <a:ext cx="5334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100" b="1" spc="150">
                <a:solidFill>
                  <a:srgbClr val="2A2320"/>
                </a:solidFill>
                <a:latin typeface="微软雅黑"/>
                <a:ea typeface="微软雅黑"/>
              </a:rPr>
              <a:t>示例章节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3543300"/>
            <a:ext cx="4953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25" b="0">
                <a:solidFill>
                  <a:srgbClr val="6B5F58"/>
                </a:solidFill>
                <a:latin typeface="微软雅黑"/>
                <a:ea typeface="微软雅黑"/>
              </a:rPr>
              <a:t>这是章节扉页的一句话说明。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91900" y="63246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F4A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290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F4A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36195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 spc="75">
                <a:solidFill>
                  <a:srgbClr val="2A2320"/>
                </a:solidFill>
                <a:latin typeface="微软雅黑"/>
                <a:ea typeface="微软雅黑"/>
              </a:rPr>
              <a:t>示例内容页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53700" y="400050"/>
            <a:ext cx="1028700" cy="266700"/>
          </a:xfrm>
          <a:prstGeom prst="roundRect">
            <a:avLst>
              <a:gd name="adj" fmla="val 21428"/>
            </a:avLst>
          </a:prstGeom>
          <a:solidFill>
            <a:srgbClr val="F4A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53700" y="457200"/>
            <a:ext cx="10287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975" b="1">
                <a:solidFill>
                  <a:srgbClr val="2A2320"/>
                </a:solidFill>
                <a:latin typeface="微软雅黑"/>
                <a:ea typeface="微软雅黑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362700"/>
            <a:ext cx="4381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A89C93"/>
                </a:solidFill>
                <a:latin typeface="微软雅黑"/>
                <a:ea typeface="微软雅黑"/>
              </a:rPr>
              <a:t>DEMO · 自检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39400" y="63627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0">
                <a:solidFill>
                  <a:srgbClr val="A89C93"/>
                </a:solidFill>
                <a:latin typeface="微软雅黑"/>
                <a:ea typeface="微软雅黑"/>
              </a:rPr>
              <a:t>03 /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485900"/>
            <a:ext cx="4381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>
                <a:solidFill>
                  <a:srgbClr val="E94752"/>
                </a:solidFill>
                <a:latin typeface="Arial Black"/>
                <a:ea typeface="Arial Black"/>
              </a:rPr>
              <a:t>141.6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869948"/>
            <a:ext cx="13335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50" b="1">
                <a:solidFill>
                  <a:srgbClr val="2A2320"/>
                </a:solidFill>
                <a:latin typeface="微软雅黑"/>
                <a:ea typeface="微软雅黑"/>
              </a:rPr>
              <a:t>亿元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42363"/>
            <a:ext cx="2095500" cy="297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75" b="0">
                <a:solidFill>
                  <a:srgbClr val="A89C93"/>
                </a:solidFill>
                <a:latin typeface="Georgia"/>
                <a:ea typeface="Georgia"/>
              </a:rPr>
              <a:t>单 IP 收入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1524000"/>
            <a:ext cx="2933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2A2320"/>
                </a:solidFill>
                <a:latin typeface="微软雅黑"/>
                <a:ea typeface="微软雅黑"/>
              </a:rPr>
              <a:t>SKULLPANDA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9700" y="1524000"/>
            <a:ext cx="1600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125" b="1">
                <a:solidFill>
                  <a:srgbClr val="2A2320"/>
                </a:solidFill>
                <a:latin typeface="Arial Black"/>
                <a:ea typeface="Arial Black"/>
              </a:rPr>
              <a:t>35.40 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29900" y="1524000"/>
            <a:ext cx="800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1">
                <a:solidFill>
                  <a:srgbClr val="E94752"/>
                </a:solidFill>
                <a:latin typeface="微软雅黑"/>
                <a:ea typeface="微软雅黑"/>
              </a:rPr>
              <a:t>+170.6%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0" y="17716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E8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6000" y="1771650"/>
            <a:ext cx="1333500" cy="47625"/>
          </a:xfrm>
          <a:prstGeom prst="roundRect">
            <a:avLst>
              <a:gd name="adj" fmla="val 50000"/>
            </a:avLst>
          </a:prstGeom>
          <a:solidFill>
            <a:srgbClr val="64C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0" y="2095500"/>
            <a:ext cx="2933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2A2320"/>
                </a:solidFill>
                <a:latin typeface="微软雅黑"/>
                <a:ea typeface="微软雅黑"/>
              </a:rPr>
              <a:t>CRYBABY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9700" y="2095500"/>
            <a:ext cx="1600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125" b="1">
                <a:solidFill>
                  <a:srgbClr val="2A2320"/>
                </a:solidFill>
                <a:latin typeface="Arial Black"/>
                <a:ea typeface="Arial Black"/>
              </a:rPr>
              <a:t>29.29 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29900" y="2095500"/>
            <a:ext cx="800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1">
                <a:solidFill>
                  <a:srgbClr val="E94752"/>
                </a:solidFill>
                <a:latin typeface="微软雅黑"/>
                <a:ea typeface="微软雅黑"/>
              </a:rPr>
              <a:t>+151.5%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0" y="23431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E8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96000" y="2343150"/>
            <a:ext cx="1120140" cy="47625"/>
          </a:xfrm>
          <a:prstGeom prst="roundRect">
            <a:avLst>
              <a:gd name="adj" fmla="val 50000"/>
            </a:avLst>
          </a:prstGeom>
          <a:solidFill>
            <a:srgbClr val="64C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0" y="2667000"/>
            <a:ext cx="29337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2A2320"/>
                </a:solidFill>
                <a:latin typeface="微软雅黑"/>
                <a:ea typeface="微软雅黑"/>
              </a:rPr>
              <a:t>MOLLY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9700" y="2667000"/>
            <a:ext cx="1600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125" b="1">
                <a:solidFill>
                  <a:srgbClr val="2A2320"/>
                </a:solidFill>
                <a:latin typeface="Arial Black"/>
                <a:ea typeface="Arial Black"/>
              </a:rPr>
              <a:t>28.97 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29900" y="2667000"/>
            <a:ext cx="8001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975" b="1">
                <a:solidFill>
                  <a:srgbClr val="E94752"/>
                </a:solidFill>
                <a:latin typeface="微软雅黑"/>
                <a:ea typeface="微软雅黑"/>
              </a:rPr>
              <a:t>+38.4%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6000" y="2914650"/>
            <a:ext cx="5334000" cy="47625"/>
          </a:xfrm>
          <a:prstGeom prst="roundRect">
            <a:avLst>
              <a:gd name="adj" fmla="val 50000"/>
            </a:avLst>
          </a:prstGeom>
          <a:solidFill>
            <a:srgbClr val="E8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096000" y="2914650"/>
            <a:ext cx="1066800" cy="47625"/>
          </a:xfrm>
          <a:prstGeom prst="roundRect">
            <a:avLst>
              <a:gd name="adj" fmla="val 50000"/>
            </a:avLst>
          </a:prstGeom>
          <a:solidFill>
            <a:srgbClr val="64C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96000" y="3238500"/>
            <a:ext cx="342900" cy="342900"/>
          </a:xfrm>
          <a:prstGeom prst="roundRect">
            <a:avLst>
              <a:gd name="adj" fmla="val 27777"/>
            </a:avLst>
          </a:prstGeom>
          <a:solidFill>
            <a:srgbClr val="64C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0" y="3314700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1">
                <a:solidFill>
                  <a:srgbClr val="FFFFFF"/>
                </a:solidFill>
                <a:latin typeface="Arial Black"/>
                <a:ea typeface="Arial Black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2250" y="3219450"/>
            <a:ext cx="4857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37" b="1">
                <a:solidFill>
                  <a:srgbClr val="2A2320"/>
                </a:solidFill>
                <a:latin typeface="微软雅黑"/>
                <a:ea typeface="微软雅黑"/>
              </a:rPr>
              <a:t>可复制的孵化能力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72250" y="3471862"/>
            <a:ext cx="485775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>
                <a:solidFill>
                  <a:srgbClr val="6B5F58"/>
                </a:solidFill>
                <a:latin typeface="微软雅黑"/>
                <a:ea typeface="微软雅黑"/>
              </a:rPr>
              <a:t>不是单点抽中彩票，而是矩阵式产出。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6000" y="4168140"/>
            <a:ext cx="342900" cy="342900"/>
          </a:xfrm>
          <a:prstGeom prst="roundRect">
            <a:avLst>
              <a:gd name="adj" fmla="val 27777"/>
            </a:avLst>
          </a:prstGeom>
          <a:solidFill>
            <a:srgbClr val="64C9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6000" y="4244340"/>
            <a:ext cx="3429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 b="1">
                <a:solidFill>
                  <a:srgbClr val="FFFFFF"/>
                </a:solidFill>
                <a:latin typeface="Arial Black"/>
                <a:ea typeface="Arial Black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72250" y="4149090"/>
            <a:ext cx="4857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37" b="1">
                <a:solidFill>
                  <a:srgbClr val="2A2320"/>
                </a:solidFill>
                <a:latin typeface="微软雅黑"/>
                <a:ea typeface="微软雅黑"/>
              </a:rPr>
              <a:t>艺术家 IP 占九成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72250" y="4401502"/>
            <a:ext cx="485775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12" b="0">
                <a:solidFill>
                  <a:srgbClr val="6B5F58"/>
                </a:solidFill>
                <a:latin typeface="微软雅黑"/>
                <a:ea typeface="微软雅黑"/>
              </a:rPr>
              <a:t>自有产权，利润留在自己手里。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